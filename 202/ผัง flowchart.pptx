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6D0F124-456A-49E3-96AF-0751BCDC1303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udent-01" initials="S0" lastIdx="1" clrIdx="0">
    <p:extLst>
      <p:ext uri="{19B8F6BF-5375-455C-9EA6-DF929625EA0E}">
        <p15:presenceInfo xmlns:p15="http://schemas.microsoft.com/office/powerpoint/2012/main" userId="Student-0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79E5"/>
    <a:srgbClr val="FA3CDA"/>
    <a:srgbClr val="F707CF"/>
    <a:srgbClr val="FEDEF9"/>
    <a:srgbClr val="FB8D85"/>
    <a:srgbClr val="F61908"/>
    <a:srgbClr val="A0E2F6"/>
    <a:srgbClr val="F47CC9"/>
    <a:srgbClr val="EDB1D9"/>
    <a:srgbClr val="FDE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036F-F84D-4A9C-AA0F-FAE34BE80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EBE47-E4F6-4C6E-9C68-7D845EE87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50CDA-3AD9-4937-B98A-6A19D9AF9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4BDF-044A-4A4E-81B3-0C81DC1312B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53291-D6A5-44F5-A6A9-4CB5FA34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222A0-8666-407C-90F0-6FBBE0FE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646D-2CD9-4576-9A55-DA49FCD5776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1340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1627D-3FC9-4B3C-9182-04EC72FC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7F12F-F3AA-4524-893E-0BF59D24A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B5111-3C47-4F56-A0F8-082DBF83F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4BDF-044A-4A4E-81B3-0C81DC1312B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B8B66-21A7-4F9A-A684-A5B8D8C57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B249B-AF2E-4A46-88FA-78478C3C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646D-2CD9-4576-9A55-DA49FCD5776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4544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38C9-4CB2-4780-9789-0ADC97C63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F6998-CC7C-4C2F-91BC-1497BFAD1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524E-6598-44BB-B32F-EAE6A29C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4BDF-044A-4A4E-81B3-0C81DC1312B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FD686-0D17-4642-9033-A63628F1D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3896C-A3ED-46C8-9EC4-FF51F0608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646D-2CD9-4576-9A55-DA49FCD5776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82191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E313-9C5E-4E67-A9C0-36DA5844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E1535-4126-47DF-84BA-E6B0F117E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90F35-4C29-4A8B-A309-C2CC56278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57589-8E16-47DB-9080-1DA64963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4BDF-044A-4A4E-81B3-0C81DC1312B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DF237-65AB-4918-8A25-136814C13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3CA7D-62E2-49F6-8CD0-BA169E2D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646D-2CD9-4576-9A55-DA49FCD5776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1746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E082-7047-45A4-99E0-A21AD3DE8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851A-7A7C-4B36-A64E-637420641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FED07B-3798-4513-B3FC-B11F20B28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CF37EF-BF13-430A-97DF-DF01FF18A7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8A7E6-18EC-4A72-B1C8-D4C6A22C8C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9260C-50C2-4DE4-AA57-5E1B4903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4BDF-044A-4A4E-81B3-0C81DC1312B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7AD25-2D39-4691-8DC9-263E83C3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05C37-D66F-4E42-B371-6E369B480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646D-2CD9-4576-9A55-DA49FCD5776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2001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3217-D66C-49F0-8A33-F9BC6A535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3B8D03-E3DA-4BA6-9862-99FEDE3C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4BDF-044A-4A4E-81B3-0C81DC1312B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8C30D-8E00-4B4D-B64A-A15B0417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F5F287-B174-4A61-9E1E-026E4E87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646D-2CD9-4576-9A55-DA49FCD5776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3314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E585C1-9533-4C1A-AA77-93F3931EE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4BDF-044A-4A4E-81B3-0C81DC1312B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54040-DC93-416A-A444-68E1FA7E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435D7-5E88-4E3D-9973-D53D6726D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646D-2CD9-4576-9A55-DA49FCD5776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54535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537F0-B756-4C6C-9C27-A76FE25B2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0AB8D-7816-40CC-8C42-56A4627C3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0C357-8467-40F2-A7CE-F0708681E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11FE4-F3E3-4559-A10A-26ED0466D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4BDF-044A-4A4E-81B3-0C81DC1312B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78C84-126E-426D-81BF-1AE4EF9A5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EAC8C-27E7-4115-8A79-B835BDA9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646D-2CD9-4576-9A55-DA49FCD5776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7966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B904E-C8CD-425F-899A-63CB4231E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15027-9FE5-4BF2-8549-1DC39B920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75712-FAB7-41CE-AEDD-ECF4ED486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BB7B7-EB57-451D-BB14-204C0E3E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4BDF-044A-4A4E-81B3-0C81DC1312B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FBE4-4C9D-4E35-8C34-08E0053D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47A73-EA35-438B-ADEB-8C432A721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646D-2CD9-4576-9A55-DA49FCD5776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29729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27A3-70ED-4A17-A759-E8580CC5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BE0E5-17F9-4209-BD0F-1D6E3FFEF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596EE-1C83-4C22-B289-0BCE19C6F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4BDF-044A-4A4E-81B3-0C81DC1312B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1F7C1-0C2B-4E63-97D7-042B5C5B9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DE15F-C7AE-447A-8113-9A93AEA7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646D-2CD9-4576-9A55-DA49FCD5776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4977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A332E-3564-4B77-8F59-687B8F0F56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126A9-513D-44BF-8B69-212949043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F051A-7AD6-434B-8168-1C5186BC5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A4BDF-044A-4A4E-81B3-0C81DC1312B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44E9A-231F-45D2-B517-CB0D3EEA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D6236-630A-4574-907F-60E33311E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A646D-2CD9-4576-9A55-DA49FCD5776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284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222A1-6F02-47B7-BB06-411D6A525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EBA2E-3735-4B8C-9729-C26127333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70F51-0822-48CD-909A-65D26F73B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A4BDF-044A-4A4E-81B3-0C81DC1312B5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49F07-ABD0-445F-8894-913345A7D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55787-CBF9-467B-82B5-E59D37CAF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A646D-2CD9-4576-9A55-DA49FCD5776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88044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2D3A0011-C4EE-48C4-8B6F-5A4CD64417F3}"/>
              </a:ext>
            </a:extLst>
          </p:cNvPr>
          <p:cNvSpPr/>
          <p:nvPr/>
        </p:nvSpPr>
        <p:spPr>
          <a:xfrm>
            <a:off x="5302608" y="112650"/>
            <a:ext cx="1586784" cy="430690"/>
          </a:xfrm>
          <a:prstGeom prst="flowChartTerminator">
            <a:avLst/>
          </a:prstGeom>
          <a:solidFill>
            <a:srgbClr val="F47C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เริ่มต้น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53A923-D541-4F10-99B7-E0863BC52499}"/>
              </a:ext>
            </a:extLst>
          </p:cNvPr>
          <p:cNvSpPr/>
          <p:nvPr/>
        </p:nvSpPr>
        <p:spPr>
          <a:xfrm>
            <a:off x="5143052" y="790525"/>
            <a:ext cx="1905894" cy="354701"/>
          </a:xfrm>
          <a:prstGeom prst="rect">
            <a:avLst/>
          </a:prstGeom>
          <a:solidFill>
            <a:srgbClr val="EDB1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สอบประมวลผล</a:t>
            </a: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039A8362-3859-4129-96EE-7ECDC918DBB8}"/>
              </a:ext>
            </a:extLst>
          </p:cNvPr>
          <p:cNvSpPr/>
          <p:nvPr/>
        </p:nvSpPr>
        <p:spPr>
          <a:xfrm>
            <a:off x="5127869" y="4536400"/>
            <a:ext cx="1936258" cy="884691"/>
          </a:xfrm>
          <a:prstGeom prst="diamond">
            <a:avLst/>
          </a:prstGeom>
          <a:solidFill>
            <a:srgbClr val="FDE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score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tx1"/>
                </a:solidFill>
              </a:rPr>
              <a:t>&gt;=80</a:t>
            </a:r>
            <a:endParaRPr lang="th-TH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87743E-777B-4CBB-AA44-31CA53D7F81B}"/>
              </a:ext>
            </a:extLst>
          </p:cNvPr>
          <p:cNvSpPr/>
          <p:nvPr/>
        </p:nvSpPr>
        <p:spPr>
          <a:xfrm>
            <a:off x="5211655" y="5835411"/>
            <a:ext cx="1768687" cy="298789"/>
          </a:xfrm>
          <a:prstGeom prst="rect">
            <a:avLst/>
          </a:prstGeom>
          <a:solidFill>
            <a:srgbClr val="EDB1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ประกาศผลสอบ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A68F55DB-E9B0-4269-BEEA-515D29B424BD}"/>
              </a:ext>
            </a:extLst>
          </p:cNvPr>
          <p:cNvSpPr/>
          <p:nvPr/>
        </p:nvSpPr>
        <p:spPr>
          <a:xfrm>
            <a:off x="5302606" y="6315352"/>
            <a:ext cx="1586784" cy="430690"/>
          </a:xfrm>
          <a:prstGeom prst="flowChartTerminator">
            <a:avLst/>
          </a:prstGeom>
          <a:solidFill>
            <a:srgbClr val="F47C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สิ้นสุด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0C3004-54A0-48E2-8972-ACF862C3A3DD}"/>
              </a:ext>
            </a:extLst>
          </p:cNvPr>
          <p:cNvSpPr/>
          <p:nvPr/>
        </p:nvSpPr>
        <p:spPr>
          <a:xfrm>
            <a:off x="7110481" y="3097697"/>
            <a:ext cx="965508" cy="331303"/>
          </a:xfrm>
          <a:prstGeom prst="rect">
            <a:avLst/>
          </a:prstGeom>
          <a:solidFill>
            <a:srgbClr val="FB8D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ไม่ผ่าน</a:t>
            </a:r>
            <a:r>
              <a:rPr lang="th-TH" sz="2400" dirty="0"/>
              <a:t>                                      </a:t>
            </a:r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3C7FDC3E-959C-4B23-A687-0753CB6ED844}"/>
              </a:ext>
            </a:extLst>
          </p:cNvPr>
          <p:cNvSpPr/>
          <p:nvPr/>
        </p:nvSpPr>
        <p:spPr>
          <a:xfrm>
            <a:off x="5127869" y="3448550"/>
            <a:ext cx="1936258" cy="884691"/>
          </a:xfrm>
          <a:prstGeom prst="diamond">
            <a:avLst/>
          </a:prstGeom>
          <a:solidFill>
            <a:srgbClr val="FDE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score &gt;=75</a:t>
            </a:r>
            <a:endParaRPr lang="th-TH" sz="1200" dirty="0">
              <a:solidFill>
                <a:schemeClr val="tx1"/>
              </a:solidFill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35B83284-3A32-45BA-B207-0A74633F419D}"/>
              </a:ext>
            </a:extLst>
          </p:cNvPr>
          <p:cNvSpPr/>
          <p:nvPr/>
        </p:nvSpPr>
        <p:spPr>
          <a:xfrm>
            <a:off x="5127870" y="2069018"/>
            <a:ext cx="1936258" cy="884691"/>
          </a:xfrm>
          <a:prstGeom prst="diamond">
            <a:avLst/>
          </a:prstGeom>
          <a:solidFill>
            <a:srgbClr val="FDE7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score &gt;50</a:t>
            </a:r>
            <a:endParaRPr lang="th-TH" sz="120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D4392E-CDE9-4DB5-A0C3-C072ED2081E9}"/>
              </a:ext>
            </a:extLst>
          </p:cNvPr>
          <p:cNvSpPr/>
          <p:nvPr/>
        </p:nvSpPr>
        <p:spPr>
          <a:xfrm>
            <a:off x="4116013" y="3102430"/>
            <a:ext cx="965508" cy="3313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ผ่าน</a:t>
            </a:r>
            <a:r>
              <a:rPr lang="th-TH" sz="2400" dirty="0"/>
              <a:t>                                      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B6596C-7043-47F4-A42E-F7F265F85EF6}"/>
              </a:ext>
            </a:extLst>
          </p:cNvPr>
          <p:cNvSpPr/>
          <p:nvPr/>
        </p:nvSpPr>
        <p:spPr>
          <a:xfrm>
            <a:off x="2467835" y="4333241"/>
            <a:ext cx="1211370" cy="3547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ดีเลิศ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43775E6-BB00-4776-B83C-319BA826A829}"/>
              </a:ext>
            </a:extLst>
          </p:cNvPr>
          <p:cNvSpPr/>
          <p:nvPr/>
        </p:nvSpPr>
        <p:spPr>
          <a:xfrm>
            <a:off x="3387397" y="5421091"/>
            <a:ext cx="1211370" cy="3547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ดีเยี่ยม</a:t>
            </a:r>
          </a:p>
        </p:txBody>
      </p: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D122C032-7041-489F-8721-03DF2B632B61}"/>
              </a:ext>
            </a:extLst>
          </p:cNvPr>
          <p:cNvSpPr/>
          <p:nvPr/>
        </p:nvSpPr>
        <p:spPr>
          <a:xfrm>
            <a:off x="4839708" y="1399424"/>
            <a:ext cx="2512582" cy="354701"/>
          </a:xfrm>
          <a:prstGeom prst="flowChartInputOutput">
            <a:avLst/>
          </a:prstGeom>
          <a:solidFill>
            <a:srgbClr val="FB79E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dirty="0">
                <a:solidFill>
                  <a:schemeClr val="tx1"/>
                </a:solidFill>
              </a:rPr>
              <a:t>ตัวเลขค่าระดับคะแนน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40C00D-D242-4E75-98C4-DF7298023924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6095999" y="543340"/>
            <a:ext cx="1" cy="2471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E6F717-0E8A-438F-8ECE-3C170E0027CD}"/>
              </a:ext>
            </a:extLst>
          </p:cNvPr>
          <p:cNvCxnSpPr>
            <a:stCxn id="8" idx="2"/>
            <a:endCxn id="9" idx="1"/>
          </p:cNvCxnSpPr>
          <p:nvPr/>
        </p:nvCxnSpPr>
        <p:spPr>
          <a:xfrm>
            <a:off x="6095999" y="1145226"/>
            <a:ext cx="0" cy="2541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EEC93000-8B11-4B5E-BE22-13076537D41E}"/>
              </a:ext>
            </a:extLst>
          </p:cNvPr>
          <p:cNvSpPr txBox="1"/>
          <p:nvPr/>
        </p:nvSpPr>
        <p:spPr>
          <a:xfrm>
            <a:off x="5136455" y="4385896"/>
            <a:ext cx="8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Score &gt;=80</a:t>
            </a:r>
            <a:endParaRPr lang="th-TH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5C8AA5E-9DF5-4D56-9ADC-FA9E9534C77E}"/>
              </a:ext>
            </a:extLst>
          </p:cNvPr>
          <p:cNvSpPr txBox="1"/>
          <p:nvPr/>
        </p:nvSpPr>
        <p:spPr>
          <a:xfrm>
            <a:off x="5157900" y="3275329"/>
            <a:ext cx="8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Score &gt;=75</a:t>
            </a:r>
            <a:endParaRPr lang="th-TH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F680A54-4119-494A-83DB-FE081C25B425}"/>
              </a:ext>
            </a:extLst>
          </p:cNvPr>
          <p:cNvSpPr txBox="1"/>
          <p:nvPr/>
        </p:nvSpPr>
        <p:spPr>
          <a:xfrm>
            <a:off x="6172378" y="3274094"/>
            <a:ext cx="910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Score &lt;=75 </a:t>
            </a:r>
            <a:endParaRPr lang="th-TH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34F5D22-3D15-45E1-B0A8-4C58E1AF00D0}"/>
              </a:ext>
            </a:extLst>
          </p:cNvPr>
          <p:cNvSpPr txBox="1"/>
          <p:nvPr/>
        </p:nvSpPr>
        <p:spPr>
          <a:xfrm>
            <a:off x="4560476" y="2095078"/>
            <a:ext cx="8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Score &gt;=50</a:t>
            </a:r>
            <a:endParaRPr lang="th-TH" sz="12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E821C-F020-48B3-AF29-67D3F1798092}"/>
              </a:ext>
            </a:extLst>
          </p:cNvPr>
          <p:cNvSpPr txBox="1"/>
          <p:nvPr/>
        </p:nvSpPr>
        <p:spPr>
          <a:xfrm>
            <a:off x="6849073" y="2095078"/>
            <a:ext cx="8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Score &lt;=50</a:t>
            </a:r>
            <a:endParaRPr lang="th-TH" sz="1200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E258D85-2DD4-4B65-BE66-89BE647E5B16}"/>
              </a:ext>
            </a:extLst>
          </p:cNvPr>
          <p:cNvCxnSpPr>
            <a:stCxn id="9" idx="4"/>
            <a:endCxn id="39" idx="0"/>
          </p:cNvCxnSpPr>
          <p:nvPr/>
        </p:nvCxnSpPr>
        <p:spPr>
          <a:xfrm>
            <a:off x="6095999" y="1754125"/>
            <a:ext cx="0" cy="3148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5A1B7A4-4D01-42F7-AFA4-FF780D56A75B}"/>
              </a:ext>
            </a:extLst>
          </p:cNvPr>
          <p:cNvCxnSpPr>
            <a:stCxn id="39" idx="3"/>
            <a:endCxn id="25" idx="0"/>
          </p:cNvCxnSpPr>
          <p:nvPr/>
        </p:nvCxnSpPr>
        <p:spPr>
          <a:xfrm>
            <a:off x="7064128" y="2511364"/>
            <a:ext cx="529107" cy="5863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63AEA546-AEF9-4630-8D1A-2AF0DD7D9D33}"/>
              </a:ext>
            </a:extLst>
          </p:cNvPr>
          <p:cNvCxnSpPr>
            <a:stCxn id="39" idx="1"/>
            <a:endCxn id="42" idx="0"/>
          </p:cNvCxnSpPr>
          <p:nvPr/>
        </p:nvCxnSpPr>
        <p:spPr>
          <a:xfrm rot="10800000" flipV="1">
            <a:off x="4598768" y="2511364"/>
            <a:ext cx="529103" cy="5910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066796-E66F-414E-8640-B539F67C563E}"/>
              </a:ext>
            </a:extLst>
          </p:cNvPr>
          <p:cNvCxnSpPr>
            <a:stCxn id="39" idx="2"/>
          </p:cNvCxnSpPr>
          <p:nvPr/>
        </p:nvCxnSpPr>
        <p:spPr>
          <a:xfrm flipH="1">
            <a:off x="6095998" y="2953709"/>
            <a:ext cx="1" cy="475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96FA49C-7483-466E-B3B9-BF4E9F8F9FB9}"/>
              </a:ext>
            </a:extLst>
          </p:cNvPr>
          <p:cNvCxnSpPr>
            <a:stCxn id="38" idx="1"/>
            <a:endCxn id="44" idx="0"/>
          </p:cNvCxnSpPr>
          <p:nvPr/>
        </p:nvCxnSpPr>
        <p:spPr>
          <a:xfrm rot="10800000" flipV="1">
            <a:off x="3073521" y="3890895"/>
            <a:ext cx="2054349" cy="44234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E230DE4-69AE-40E3-BE03-DF9118F98D90}"/>
              </a:ext>
            </a:extLst>
          </p:cNvPr>
          <p:cNvCxnSpPr>
            <a:stCxn id="13" idx="1"/>
            <a:endCxn id="48" idx="0"/>
          </p:cNvCxnSpPr>
          <p:nvPr/>
        </p:nvCxnSpPr>
        <p:spPr>
          <a:xfrm rot="10800000" flipV="1">
            <a:off x="3993083" y="4978745"/>
            <a:ext cx="1134787" cy="44234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5C52D7D-3B2F-4BE8-A9E9-676C6A5B3C57}"/>
              </a:ext>
            </a:extLst>
          </p:cNvPr>
          <p:cNvCxnSpPr>
            <a:stCxn id="38" idx="2"/>
            <a:endCxn id="13" idx="0"/>
          </p:cNvCxnSpPr>
          <p:nvPr/>
        </p:nvCxnSpPr>
        <p:spPr>
          <a:xfrm>
            <a:off x="6095998" y="4333241"/>
            <a:ext cx="0" cy="203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D3D0B69-5029-442E-B54A-8C545733A5B2}"/>
              </a:ext>
            </a:extLst>
          </p:cNvPr>
          <p:cNvCxnSpPr>
            <a:stCxn id="44" idx="2"/>
            <a:endCxn id="16" idx="1"/>
          </p:cNvCxnSpPr>
          <p:nvPr/>
        </p:nvCxnSpPr>
        <p:spPr>
          <a:xfrm rot="16200000" flipH="1">
            <a:off x="3494155" y="4267306"/>
            <a:ext cx="1296864" cy="21381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1DDB02A-834B-4F97-9927-C03DCE475D3C}"/>
              </a:ext>
            </a:extLst>
          </p:cNvPr>
          <p:cNvCxnSpPr>
            <a:stCxn id="48" idx="2"/>
          </p:cNvCxnSpPr>
          <p:nvPr/>
        </p:nvCxnSpPr>
        <p:spPr>
          <a:xfrm>
            <a:off x="3993082" y="5775793"/>
            <a:ext cx="0" cy="209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220504E-A86E-47E0-B9DB-B5FF58E816A0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6095998" y="6134200"/>
            <a:ext cx="1" cy="181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DDB02D7-445D-47BB-9930-FCCD0C0707AF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>
            <a:off x="6095998" y="5421091"/>
            <a:ext cx="1" cy="41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71E66AFC-1F64-4780-8E7C-09CCF2D813BF}"/>
              </a:ext>
            </a:extLst>
          </p:cNvPr>
          <p:cNvCxnSpPr>
            <a:stCxn id="25" idx="2"/>
            <a:endCxn id="16" idx="3"/>
          </p:cNvCxnSpPr>
          <p:nvPr/>
        </p:nvCxnSpPr>
        <p:spPr>
          <a:xfrm rot="5400000">
            <a:off x="6008886" y="4400457"/>
            <a:ext cx="2555806" cy="6128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F8F2826-A6E2-4CB2-9857-CF1472C051F7}"/>
              </a:ext>
            </a:extLst>
          </p:cNvPr>
          <p:cNvSpPr txBox="1"/>
          <p:nvPr/>
        </p:nvSpPr>
        <p:spPr>
          <a:xfrm>
            <a:off x="6202696" y="4375893"/>
            <a:ext cx="87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Score &lt;=80</a:t>
            </a:r>
            <a:endParaRPr lang="th-TH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F1D1A7-3D37-4BD6-A6AD-DBB288F9610D}"/>
              </a:ext>
            </a:extLst>
          </p:cNvPr>
          <p:cNvCxnSpPr>
            <a:stCxn id="38" idx="3"/>
          </p:cNvCxnSpPr>
          <p:nvPr/>
        </p:nvCxnSpPr>
        <p:spPr>
          <a:xfrm flipV="1">
            <a:off x="7064127" y="3890895"/>
            <a:ext cx="52910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4E7A0C-62D7-4988-BA99-68658BBDEC26}"/>
              </a:ext>
            </a:extLst>
          </p:cNvPr>
          <p:cNvCxnSpPr>
            <a:stCxn id="13" idx="3"/>
          </p:cNvCxnSpPr>
          <p:nvPr/>
        </p:nvCxnSpPr>
        <p:spPr>
          <a:xfrm flipV="1">
            <a:off x="7064127" y="4978745"/>
            <a:ext cx="52910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84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FB8CB51-E7E8-4393-988A-402C901EF322}"/>
              </a:ext>
            </a:extLst>
          </p:cNvPr>
          <p:cNvSpPr/>
          <p:nvPr/>
        </p:nvSpPr>
        <p:spPr>
          <a:xfrm>
            <a:off x="2521757" y="1400187"/>
            <a:ext cx="1243012" cy="6143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นักศึกษา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E301BB-1B32-48E1-A255-F4BE2117E505}"/>
              </a:ext>
            </a:extLst>
          </p:cNvPr>
          <p:cNvSpPr/>
          <p:nvPr/>
        </p:nvSpPr>
        <p:spPr>
          <a:xfrm>
            <a:off x="1156102" y="189327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คณะ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2D75319-6070-4805-B0AE-F6CC42E5C2DB}"/>
              </a:ext>
            </a:extLst>
          </p:cNvPr>
          <p:cNvSpPr/>
          <p:nvPr/>
        </p:nvSpPr>
        <p:spPr>
          <a:xfrm>
            <a:off x="3440920" y="357197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สาขาวิชา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E4D1739-C4CA-4926-B0ED-94203DCBA7E7}"/>
              </a:ext>
            </a:extLst>
          </p:cNvPr>
          <p:cNvSpPr/>
          <p:nvPr/>
        </p:nvSpPr>
        <p:spPr>
          <a:xfrm>
            <a:off x="4088619" y="1157298"/>
            <a:ext cx="1643063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รหัสนักศึกษา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938C21-FB88-4366-A402-E6FEA26E8A37}"/>
              </a:ext>
            </a:extLst>
          </p:cNvPr>
          <p:cNvSpPr/>
          <p:nvPr/>
        </p:nvSpPr>
        <p:spPr>
          <a:xfrm>
            <a:off x="735820" y="1157298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ชื่อ-สกุล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F31D03A-C60F-4088-AB15-641096E2305C}"/>
              </a:ext>
            </a:extLst>
          </p:cNvPr>
          <p:cNvCxnSpPr>
            <a:stCxn id="13" idx="3"/>
            <a:endCxn id="17" idx="2"/>
          </p:cNvCxnSpPr>
          <p:nvPr/>
        </p:nvCxnSpPr>
        <p:spPr>
          <a:xfrm flipV="1">
            <a:off x="3764769" y="1464479"/>
            <a:ext cx="323850" cy="242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503E8F-2EEB-448E-A8AA-A41B57A2E042}"/>
              </a:ext>
            </a:extLst>
          </p:cNvPr>
          <p:cNvCxnSpPr>
            <a:stCxn id="13" idx="1"/>
            <a:endCxn id="18" idx="6"/>
          </p:cNvCxnSpPr>
          <p:nvPr/>
        </p:nvCxnSpPr>
        <p:spPr>
          <a:xfrm flipH="1" flipV="1">
            <a:off x="2197907" y="1464479"/>
            <a:ext cx="323850" cy="242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36A311E-C704-424B-83F9-0643479351E4}"/>
              </a:ext>
            </a:extLst>
          </p:cNvPr>
          <p:cNvCxnSpPr>
            <a:stCxn id="13" idx="0"/>
            <a:endCxn id="16" idx="3"/>
          </p:cNvCxnSpPr>
          <p:nvPr/>
        </p:nvCxnSpPr>
        <p:spPr>
          <a:xfrm flipV="1">
            <a:off x="3143263" y="881588"/>
            <a:ext cx="511775" cy="518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776BD3-8875-486F-9BDD-7B922464699B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2158616" y="803689"/>
            <a:ext cx="984647" cy="596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741D11B-DB84-4443-AD13-54DF4F21B885}"/>
              </a:ext>
            </a:extLst>
          </p:cNvPr>
          <p:cNvSpPr/>
          <p:nvPr/>
        </p:nvSpPr>
        <p:spPr>
          <a:xfrm>
            <a:off x="6584190" y="2867026"/>
            <a:ext cx="1243012" cy="6143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รายวิชา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7EFD456-AB8D-4080-81A8-5C8706789570}"/>
              </a:ext>
            </a:extLst>
          </p:cNvPr>
          <p:cNvSpPr/>
          <p:nvPr/>
        </p:nvSpPr>
        <p:spPr>
          <a:xfrm>
            <a:off x="7346189" y="1945483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รหัสวิชา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F2513A7-5AA6-4EB2-9F91-99FE9B672E99}"/>
              </a:ext>
            </a:extLst>
          </p:cNvPr>
          <p:cNvSpPr/>
          <p:nvPr/>
        </p:nvSpPr>
        <p:spPr>
          <a:xfrm>
            <a:off x="8410606" y="2540791"/>
            <a:ext cx="1619251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ชื่อรายวิชา</a:t>
            </a:r>
            <a:r>
              <a:rPr lang="en-US" sz="2000" dirty="0">
                <a:solidFill>
                  <a:schemeClr val="tx1"/>
                </a:solidFill>
              </a:rPr>
              <a:t>F</a:t>
            </a:r>
            <a:endParaRPr lang="th-TH" sz="2000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BC4C9B5-4C6C-44DE-9C2D-9BA212E6A7D6}"/>
              </a:ext>
            </a:extLst>
          </p:cNvPr>
          <p:cNvSpPr/>
          <p:nvPr/>
        </p:nvSpPr>
        <p:spPr>
          <a:xfrm>
            <a:off x="8477280" y="3429000"/>
            <a:ext cx="1619251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ชื่อรายวิชา</a:t>
            </a: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th-TH" sz="2000" dirty="0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601AE75-CF71-4F07-94F3-BF9A6A64B9B0}"/>
              </a:ext>
            </a:extLst>
          </p:cNvPr>
          <p:cNvCxnSpPr>
            <a:stCxn id="36" idx="0"/>
            <a:endCxn id="38" idx="3"/>
          </p:cNvCxnSpPr>
          <p:nvPr/>
        </p:nvCxnSpPr>
        <p:spPr>
          <a:xfrm flipV="1">
            <a:off x="7205696" y="2469874"/>
            <a:ext cx="354611" cy="397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AEE2F0E-1F3E-49FE-BD9E-9FE4DCB6F45E}"/>
              </a:ext>
            </a:extLst>
          </p:cNvPr>
          <p:cNvCxnSpPr>
            <a:cxnSpLocks/>
            <a:stCxn id="36" idx="3"/>
            <a:endCxn id="41" idx="2"/>
          </p:cNvCxnSpPr>
          <p:nvPr/>
        </p:nvCxnSpPr>
        <p:spPr>
          <a:xfrm flipV="1">
            <a:off x="7827202" y="2847972"/>
            <a:ext cx="583404" cy="326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C8C8B57-DFE3-4372-A58D-B9771C6EDDDC}"/>
              </a:ext>
            </a:extLst>
          </p:cNvPr>
          <p:cNvCxnSpPr>
            <a:stCxn id="36" idx="2"/>
            <a:endCxn id="42" idx="3"/>
          </p:cNvCxnSpPr>
          <p:nvPr/>
        </p:nvCxnSpPr>
        <p:spPr>
          <a:xfrm>
            <a:off x="7205696" y="3481388"/>
            <a:ext cx="1508718" cy="472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Diamond 48">
            <a:extLst>
              <a:ext uri="{FF2B5EF4-FFF2-40B4-BE49-F238E27FC236}">
                <a16:creationId xmlns:a16="http://schemas.microsoft.com/office/drawing/2014/main" id="{EDDAADC3-1995-4681-8644-1F276D43828C}"/>
              </a:ext>
            </a:extLst>
          </p:cNvPr>
          <p:cNvSpPr/>
          <p:nvPr/>
        </p:nvSpPr>
        <p:spPr>
          <a:xfrm>
            <a:off x="4986305" y="2812513"/>
            <a:ext cx="511775" cy="39715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2CD20ED-9651-4A9C-9814-1B10163044EA}"/>
              </a:ext>
            </a:extLst>
          </p:cNvPr>
          <p:cNvSpPr/>
          <p:nvPr/>
        </p:nvSpPr>
        <p:spPr>
          <a:xfrm>
            <a:off x="8116135" y="4769969"/>
            <a:ext cx="1039992" cy="4667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อาจารย์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96D6194-49AC-45B3-AC33-3424DB8AACBD}"/>
              </a:ext>
            </a:extLst>
          </p:cNvPr>
          <p:cNvSpPr/>
          <p:nvPr/>
        </p:nvSpPr>
        <p:spPr>
          <a:xfrm>
            <a:off x="8120913" y="6044652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รหัสวิชา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EDCD929-7D3A-4673-8231-CE6EA23EE9D0}"/>
              </a:ext>
            </a:extLst>
          </p:cNvPr>
          <p:cNvSpPr/>
          <p:nvPr/>
        </p:nvSpPr>
        <p:spPr>
          <a:xfrm>
            <a:off x="6473266" y="5737471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รหัสวิชา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EC09D6D-9316-4FC6-A1E6-7B57F1B25715}"/>
              </a:ext>
            </a:extLst>
          </p:cNvPr>
          <p:cNvSpPr/>
          <p:nvPr/>
        </p:nvSpPr>
        <p:spPr>
          <a:xfrm>
            <a:off x="9625050" y="5483298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รหัสวิชา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E359578-278B-4091-A603-FF5F6BF16847}"/>
              </a:ext>
            </a:extLst>
          </p:cNvPr>
          <p:cNvSpPr/>
          <p:nvPr/>
        </p:nvSpPr>
        <p:spPr>
          <a:xfrm>
            <a:off x="2033657" y="3868701"/>
            <a:ext cx="1243012" cy="6143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ลงทะเบียน</a:t>
            </a:r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8EAC60E1-7362-4944-AEC7-8CF3B2B04076}"/>
              </a:ext>
            </a:extLst>
          </p:cNvPr>
          <p:cNvCxnSpPr>
            <a:stCxn id="36" idx="1"/>
            <a:endCxn id="49" idx="3"/>
          </p:cNvCxnSpPr>
          <p:nvPr/>
        </p:nvCxnSpPr>
        <p:spPr>
          <a:xfrm rot="10800000">
            <a:off x="5498080" y="3011089"/>
            <a:ext cx="1086110" cy="16311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iamond 29">
            <a:extLst>
              <a:ext uri="{FF2B5EF4-FFF2-40B4-BE49-F238E27FC236}">
                <a16:creationId xmlns:a16="http://schemas.microsoft.com/office/drawing/2014/main" id="{DE9D59B0-2171-4700-9668-431FB537A45B}"/>
              </a:ext>
            </a:extLst>
          </p:cNvPr>
          <p:cNvSpPr/>
          <p:nvPr/>
        </p:nvSpPr>
        <p:spPr>
          <a:xfrm>
            <a:off x="2650939" y="2790899"/>
            <a:ext cx="511775" cy="39715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5689558-7C26-4CC2-8798-5A2D0DA6BCD8}"/>
              </a:ext>
            </a:extLst>
          </p:cNvPr>
          <p:cNvCxnSpPr>
            <a:stCxn id="13" idx="2"/>
            <a:endCxn id="30" idx="0"/>
          </p:cNvCxnSpPr>
          <p:nvPr/>
        </p:nvCxnSpPr>
        <p:spPr>
          <a:xfrm rot="5400000">
            <a:off x="2636870" y="2284506"/>
            <a:ext cx="776350" cy="23643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EA15C02B-7E05-468D-A9F8-3D207240F7C6}"/>
              </a:ext>
            </a:extLst>
          </p:cNvPr>
          <p:cNvSpPr/>
          <p:nvPr/>
        </p:nvSpPr>
        <p:spPr>
          <a:xfrm>
            <a:off x="315902" y="2955695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รหัสวิชา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2EA6732-0D30-4FEA-B13E-E2C29B7520E7}"/>
              </a:ext>
            </a:extLst>
          </p:cNvPr>
          <p:cNvSpPr/>
          <p:nvPr/>
        </p:nvSpPr>
        <p:spPr>
          <a:xfrm>
            <a:off x="315902" y="4843451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รหัสวิชา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8C55881-FA50-4B3A-B22E-BBC0B422D9B0}"/>
              </a:ext>
            </a:extLst>
          </p:cNvPr>
          <p:cNvSpPr/>
          <p:nvPr/>
        </p:nvSpPr>
        <p:spPr>
          <a:xfrm>
            <a:off x="2172507" y="5476188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รหัสวิชา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B5DE936-64AA-4CE8-859D-6EA1DB18EB76}"/>
              </a:ext>
            </a:extLst>
          </p:cNvPr>
          <p:cNvSpPr/>
          <p:nvPr/>
        </p:nvSpPr>
        <p:spPr>
          <a:xfrm>
            <a:off x="3802745" y="5457813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รหัสวิชา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26673D4-3449-4113-A103-E3624D1D4E5D}"/>
              </a:ext>
            </a:extLst>
          </p:cNvPr>
          <p:cNvCxnSpPr>
            <a:stCxn id="30" idx="2"/>
            <a:endCxn id="70" idx="0"/>
          </p:cNvCxnSpPr>
          <p:nvPr/>
        </p:nvCxnSpPr>
        <p:spPr>
          <a:xfrm rot="5400000">
            <a:off x="2440670" y="3402544"/>
            <a:ext cx="680650" cy="25166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4099255-8B80-4F38-97E9-DDC28772CD30}"/>
              </a:ext>
            </a:extLst>
          </p:cNvPr>
          <p:cNvCxnSpPr>
            <a:stCxn id="70" idx="1"/>
            <a:endCxn id="37" idx="4"/>
          </p:cNvCxnSpPr>
          <p:nvPr/>
        </p:nvCxnSpPr>
        <p:spPr>
          <a:xfrm rot="10800000">
            <a:off x="1046947" y="3570058"/>
            <a:ext cx="986711" cy="60582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64CCE95-0908-49C8-AEFB-030D9F28ADB9}"/>
              </a:ext>
            </a:extLst>
          </p:cNvPr>
          <p:cNvCxnSpPr>
            <a:stCxn id="70" idx="2"/>
            <a:endCxn id="43" idx="0"/>
          </p:cNvCxnSpPr>
          <p:nvPr/>
        </p:nvCxnSpPr>
        <p:spPr>
          <a:xfrm rot="16200000" flipH="1">
            <a:off x="2282795" y="4855431"/>
            <a:ext cx="993125" cy="24838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3C9B257-AF01-4DA2-9D51-710049E6DE6C}"/>
              </a:ext>
            </a:extLst>
          </p:cNvPr>
          <p:cNvCxnSpPr>
            <a:endCxn id="40" idx="0"/>
          </p:cNvCxnSpPr>
          <p:nvPr/>
        </p:nvCxnSpPr>
        <p:spPr>
          <a:xfrm rot="10800000" flipV="1">
            <a:off x="1046947" y="4664765"/>
            <a:ext cx="1603993" cy="17868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C67A645-58B7-45CD-9026-713C45BCDB23}"/>
              </a:ext>
            </a:extLst>
          </p:cNvPr>
          <p:cNvCxnSpPr>
            <a:endCxn id="45" idx="0"/>
          </p:cNvCxnSpPr>
          <p:nvPr/>
        </p:nvCxnSpPr>
        <p:spPr>
          <a:xfrm>
            <a:off x="2650939" y="4843451"/>
            <a:ext cx="1882850" cy="61436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Diamond 59">
            <a:extLst>
              <a:ext uri="{FF2B5EF4-FFF2-40B4-BE49-F238E27FC236}">
                <a16:creationId xmlns:a16="http://schemas.microsoft.com/office/drawing/2014/main" id="{04D1A632-9E4C-4F2B-8DFC-A449A83DF34F}"/>
              </a:ext>
            </a:extLst>
          </p:cNvPr>
          <p:cNvSpPr/>
          <p:nvPr/>
        </p:nvSpPr>
        <p:spPr>
          <a:xfrm>
            <a:off x="5731682" y="4324185"/>
            <a:ext cx="511775" cy="39715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A23CB24B-C2F0-4483-BCD9-C5B9B99AC880}"/>
              </a:ext>
            </a:extLst>
          </p:cNvPr>
          <p:cNvCxnSpPr>
            <a:stCxn id="70" idx="3"/>
            <a:endCxn id="60" idx="0"/>
          </p:cNvCxnSpPr>
          <p:nvPr/>
        </p:nvCxnSpPr>
        <p:spPr>
          <a:xfrm>
            <a:off x="3276669" y="4175882"/>
            <a:ext cx="2710901" cy="14830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E053146-EA66-41D7-9450-A4D19AAD17CF}"/>
              </a:ext>
            </a:extLst>
          </p:cNvPr>
          <p:cNvCxnSpPr>
            <a:stCxn id="60" idx="3"/>
            <a:endCxn id="54" idx="0"/>
          </p:cNvCxnSpPr>
          <p:nvPr/>
        </p:nvCxnSpPr>
        <p:spPr>
          <a:xfrm>
            <a:off x="6243457" y="4522761"/>
            <a:ext cx="2392674" cy="24720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7848D0EC-18B9-4C52-93B4-D1DC74D9E0A5}"/>
              </a:ext>
            </a:extLst>
          </p:cNvPr>
          <p:cNvCxnSpPr>
            <a:stCxn id="54" idx="2"/>
            <a:endCxn id="58" idx="0"/>
          </p:cNvCxnSpPr>
          <p:nvPr/>
        </p:nvCxnSpPr>
        <p:spPr>
          <a:xfrm rot="16200000" flipH="1">
            <a:off x="8340065" y="5532759"/>
            <a:ext cx="807959" cy="21582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2A6D030F-84BB-45CB-9BD6-A8FAA834BC06}"/>
              </a:ext>
            </a:extLst>
          </p:cNvPr>
          <p:cNvCxnSpPr>
            <a:endCxn id="59" idx="0"/>
          </p:cNvCxnSpPr>
          <p:nvPr/>
        </p:nvCxnSpPr>
        <p:spPr>
          <a:xfrm rot="10800000" flipV="1">
            <a:off x="7204311" y="5476187"/>
            <a:ext cx="1431821" cy="26128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D7546105-EFD5-40D0-B0C1-86904707D8A2}"/>
              </a:ext>
            </a:extLst>
          </p:cNvPr>
          <p:cNvCxnSpPr>
            <a:stCxn id="54" idx="2"/>
            <a:endCxn id="61" idx="0"/>
          </p:cNvCxnSpPr>
          <p:nvPr/>
        </p:nvCxnSpPr>
        <p:spPr>
          <a:xfrm rot="16200000" flipH="1">
            <a:off x="9372810" y="4500013"/>
            <a:ext cx="246605" cy="171996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852E5CE0-D0FD-4028-80A8-21F340AE7B4B}"/>
              </a:ext>
            </a:extLst>
          </p:cNvPr>
          <p:cNvCxnSpPr>
            <a:stCxn id="49" idx="1"/>
          </p:cNvCxnSpPr>
          <p:nvPr/>
        </p:nvCxnSpPr>
        <p:spPr>
          <a:xfrm rot="10800000" flipV="1">
            <a:off x="3926695" y="3011088"/>
            <a:ext cx="1059611" cy="116479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1C4B8F55-209C-43CB-B1D4-372FDA5F88B4}"/>
              </a:ext>
            </a:extLst>
          </p:cNvPr>
          <p:cNvSpPr txBox="1"/>
          <p:nvPr/>
        </p:nvSpPr>
        <p:spPr>
          <a:xfrm>
            <a:off x="3094622" y="2103968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</a:t>
            </a:r>
            <a:endParaRPr lang="th-TH" sz="1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C0473B-BD03-40BD-9EA5-AFC667F104DF}"/>
              </a:ext>
            </a:extLst>
          </p:cNvPr>
          <p:cNvSpPr txBox="1"/>
          <p:nvPr/>
        </p:nvSpPr>
        <p:spPr>
          <a:xfrm>
            <a:off x="2616802" y="3239856"/>
            <a:ext cx="300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</a:t>
            </a:r>
            <a:endParaRPr lang="th-TH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2872392-60EB-4C3E-BCCA-F8167D3B7BF4}"/>
              </a:ext>
            </a:extLst>
          </p:cNvPr>
          <p:cNvSpPr txBox="1"/>
          <p:nvPr/>
        </p:nvSpPr>
        <p:spPr>
          <a:xfrm>
            <a:off x="3616555" y="3239855"/>
            <a:ext cx="300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</a:t>
            </a:r>
            <a:endParaRPr lang="th-TH" sz="14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C09C8A-3046-480A-BD8D-83B49D5E4016}"/>
              </a:ext>
            </a:extLst>
          </p:cNvPr>
          <p:cNvSpPr txBox="1"/>
          <p:nvPr/>
        </p:nvSpPr>
        <p:spPr>
          <a:xfrm>
            <a:off x="4145997" y="3885799"/>
            <a:ext cx="300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</a:t>
            </a:r>
            <a:endParaRPr lang="th-TH" sz="14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FCB59D2-B847-4EC4-BC2D-8B71D9D4417A}"/>
              </a:ext>
            </a:extLst>
          </p:cNvPr>
          <p:cNvSpPr txBox="1"/>
          <p:nvPr/>
        </p:nvSpPr>
        <p:spPr>
          <a:xfrm>
            <a:off x="6159026" y="2893395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</a:t>
            </a:r>
            <a:endParaRPr lang="th-TH" sz="1400" dirty="0"/>
          </a:p>
        </p:txBody>
      </p:sp>
    </p:spTree>
    <p:extLst>
      <p:ext uri="{BB962C8B-B14F-4D97-AF65-F5344CB8AC3E}">
        <p14:creationId xmlns:p14="http://schemas.microsoft.com/office/powerpoint/2010/main" val="3082815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2605F96-CD63-4395-8B63-584DD3BF5E46}"/>
              </a:ext>
            </a:extLst>
          </p:cNvPr>
          <p:cNvSpPr/>
          <p:nvPr/>
        </p:nvSpPr>
        <p:spPr>
          <a:xfrm>
            <a:off x="3507602" y="1600219"/>
            <a:ext cx="1243012" cy="6143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นักศึกษา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C230BCF-5844-4E7C-B9C5-5739E1181AD8}"/>
              </a:ext>
            </a:extLst>
          </p:cNvPr>
          <p:cNvSpPr/>
          <p:nvPr/>
        </p:nvSpPr>
        <p:spPr>
          <a:xfrm>
            <a:off x="2141947" y="389359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คณะ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A83317E-0785-4017-AD72-5955A14DE9EB}"/>
              </a:ext>
            </a:extLst>
          </p:cNvPr>
          <p:cNvSpPr/>
          <p:nvPr/>
        </p:nvSpPr>
        <p:spPr>
          <a:xfrm>
            <a:off x="4426765" y="557229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สาขาวิชา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2C90B9B-3C3E-4DD1-B29E-2224B8190F0C}"/>
              </a:ext>
            </a:extLst>
          </p:cNvPr>
          <p:cNvSpPr/>
          <p:nvPr/>
        </p:nvSpPr>
        <p:spPr>
          <a:xfrm>
            <a:off x="5074464" y="1357330"/>
            <a:ext cx="1643063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รหัสนักศึกษา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2A2AA78-C80E-4D01-BC4D-D1C3C444366E}"/>
              </a:ext>
            </a:extLst>
          </p:cNvPr>
          <p:cNvSpPr/>
          <p:nvPr/>
        </p:nvSpPr>
        <p:spPr>
          <a:xfrm>
            <a:off x="1721665" y="1357330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ชื่อ-สกุล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C799EB5-8380-44B7-9504-43CA9706BF38}"/>
              </a:ext>
            </a:extLst>
          </p:cNvPr>
          <p:cNvCxnSpPr>
            <a:stCxn id="30" idx="3"/>
            <a:endCxn id="33" idx="2"/>
          </p:cNvCxnSpPr>
          <p:nvPr/>
        </p:nvCxnSpPr>
        <p:spPr>
          <a:xfrm flipV="1">
            <a:off x="4750614" y="1664511"/>
            <a:ext cx="323850" cy="242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D4C2BD0-30EF-472C-BFF4-A22587BEF65B}"/>
              </a:ext>
            </a:extLst>
          </p:cNvPr>
          <p:cNvCxnSpPr>
            <a:stCxn id="30" idx="1"/>
            <a:endCxn id="34" idx="6"/>
          </p:cNvCxnSpPr>
          <p:nvPr/>
        </p:nvCxnSpPr>
        <p:spPr>
          <a:xfrm flipH="1" flipV="1">
            <a:off x="3183752" y="1664511"/>
            <a:ext cx="323850" cy="242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2674EFD-99E0-4BB3-9F7A-06C9CE25FE4F}"/>
              </a:ext>
            </a:extLst>
          </p:cNvPr>
          <p:cNvCxnSpPr>
            <a:stCxn id="30" idx="0"/>
            <a:endCxn id="32" idx="3"/>
          </p:cNvCxnSpPr>
          <p:nvPr/>
        </p:nvCxnSpPr>
        <p:spPr>
          <a:xfrm flipV="1">
            <a:off x="4129108" y="1081620"/>
            <a:ext cx="511775" cy="518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FF17DED-8343-4B53-A759-60207B2A8D0D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3144461" y="1003721"/>
            <a:ext cx="984647" cy="596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22990442-CEF0-45CF-9FB5-53705AA69A18}"/>
              </a:ext>
            </a:extLst>
          </p:cNvPr>
          <p:cNvSpPr/>
          <p:nvPr/>
        </p:nvSpPr>
        <p:spPr>
          <a:xfrm>
            <a:off x="5364956" y="2214581"/>
            <a:ext cx="1462087" cy="6143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</a:rPr>
              <a:t>เบอร์โทร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8A9877-9FD4-4A43-B824-A8A0EDD9DEF5}"/>
              </a:ext>
            </a:extLst>
          </p:cNvPr>
          <p:cNvSpPr txBox="1"/>
          <p:nvPr/>
        </p:nvSpPr>
        <p:spPr>
          <a:xfrm>
            <a:off x="1385888" y="3657600"/>
            <a:ext cx="7479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Field          Data type           Length          Description</a:t>
            </a:r>
            <a:endParaRPr lang="th-TH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65CFF5-B237-477C-9E26-83655F3B0475}"/>
              </a:ext>
            </a:extLst>
          </p:cNvPr>
          <p:cNvSpPr txBox="1"/>
          <p:nvPr/>
        </p:nvSpPr>
        <p:spPr>
          <a:xfrm>
            <a:off x="1385888" y="4514851"/>
            <a:ext cx="7943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รหัสนักศึกษา  </a:t>
            </a:r>
            <a:r>
              <a:rPr lang="en-US" dirty="0"/>
              <a:t> long integer           10              Primary key</a:t>
            </a:r>
          </a:p>
          <a:p>
            <a:r>
              <a:rPr lang="th-TH" dirty="0"/>
              <a:t>ชื่อ-สกุล           </a:t>
            </a:r>
            <a:r>
              <a:rPr lang="en-US" dirty="0"/>
              <a:t>Text                         50              </a:t>
            </a:r>
          </a:p>
          <a:p>
            <a:r>
              <a:rPr lang="en-US" dirty="0"/>
              <a:t>Tel              Text                         10</a:t>
            </a:r>
          </a:p>
          <a:p>
            <a:r>
              <a:rPr lang="en-US" dirty="0"/>
              <a:t>Subject      int                            6</a:t>
            </a:r>
            <a:endParaRPr lang="th-TH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E6FC7BA-29E5-4496-8722-4F14C98FFC25}"/>
              </a:ext>
            </a:extLst>
          </p:cNvPr>
          <p:cNvCxnSpPr>
            <a:cxnSpLocks/>
          </p:cNvCxnSpPr>
          <p:nvPr/>
        </p:nvCxnSpPr>
        <p:spPr>
          <a:xfrm>
            <a:off x="1385888" y="4343400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2F831CC-91F3-4399-BE2B-9ED05D6BB548}"/>
              </a:ext>
            </a:extLst>
          </p:cNvPr>
          <p:cNvCxnSpPr>
            <a:cxnSpLocks/>
          </p:cNvCxnSpPr>
          <p:nvPr/>
        </p:nvCxnSpPr>
        <p:spPr>
          <a:xfrm>
            <a:off x="1385888" y="3429000"/>
            <a:ext cx="7615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C9CC586-AE33-4A43-AE81-81005196E2FD}"/>
              </a:ext>
            </a:extLst>
          </p:cNvPr>
          <p:cNvCxnSpPr>
            <a:cxnSpLocks/>
          </p:cNvCxnSpPr>
          <p:nvPr/>
        </p:nvCxnSpPr>
        <p:spPr>
          <a:xfrm>
            <a:off x="1385888" y="3428999"/>
            <a:ext cx="0" cy="2901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2EA54D9-A422-4D4A-B05D-2DD6F2E1C1DC}"/>
              </a:ext>
            </a:extLst>
          </p:cNvPr>
          <p:cNvCxnSpPr>
            <a:cxnSpLocks/>
          </p:cNvCxnSpPr>
          <p:nvPr/>
        </p:nvCxnSpPr>
        <p:spPr>
          <a:xfrm>
            <a:off x="9001125" y="3429000"/>
            <a:ext cx="14288" cy="2901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782ADEA-5031-44DD-8073-582ECE7323D4}"/>
              </a:ext>
            </a:extLst>
          </p:cNvPr>
          <p:cNvCxnSpPr>
            <a:cxnSpLocks/>
          </p:cNvCxnSpPr>
          <p:nvPr/>
        </p:nvCxnSpPr>
        <p:spPr>
          <a:xfrm>
            <a:off x="1385888" y="6330733"/>
            <a:ext cx="7615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45CC353-C009-40DF-A303-12ABBCD5EEE6}"/>
              </a:ext>
            </a:extLst>
          </p:cNvPr>
          <p:cNvCxnSpPr>
            <a:cxnSpLocks/>
          </p:cNvCxnSpPr>
          <p:nvPr/>
        </p:nvCxnSpPr>
        <p:spPr>
          <a:xfrm>
            <a:off x="2872990" y="3429000"/>
            <a:ext cx="0" cy="2901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40B500C-410C-4E86-AA58-7211D0225474}"/>
              </a:ext>
            </a:extLst>
          </p:cNvPr>
          <p:cNvCxnSpPr>
            <a:cxnSpLocks/>
          </p:cNvCxnSpPr>
          <p:nvPr/>
        </p:nvCxnSpPr>
        <p:spPr>
          <a:xfrm>
            <a:off x="4750614" y="3429000"/>
            <a:ext cx="0" cy="2901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9D7EADE-6126-4096-91C4-2B1DD249AA4E}"/>
              </a:ext>
            </a:extLst>
          </p:cNvPr>
          <p:cNvCxnSpPr>
            <a:cxnSpLocks/>
          </p:cNvCxnSpPr>
          <p:nvPr/>
        </p:nvCxnSpPr>
        <p:spPr>
          <a:xfrm>
            <a:off x="6717527" y="3429000"/>
            <a:ext cx="0" cy="2901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98F1361-FD0F-48EB-9B10-2CCCE46B2F55}"/>
              </a:ext>
            </a:extLst>
          </p:cNvPr>
          <p:cNvCxnSpPr>
            <a:cxnSpLocks/>
          </p:cNvCxnSpPr>
          <p:nvPr/>
        </p:nvCxnSpPr>
        <p:spPr>
          <a:xfrm>
            <a:off x="1385888" y="4879866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030C67B-D29B-4209-A263-34BF5F67EFA1}"/>
              </a:ext>
            </a:extLst>
          </p:cNvPr>
          <p:cNvCxnSpPr>
            <a:stCxn id="41" idx="1"/>
          </p:cNvCxnSpPr>
          <p:nvPr/>
        </p:nvCxnSpPr>
        <p:spPr>
          <a:xfrm>
            <a:off x="1385888" y="5422792"/>
            <a:ext cx="7629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FBE240B-9887-43A2-AD5C-AA4B316CDE25}"/>
              </a:ext>
            </a:extLst>
          </p:cNvPr>
          <p:cNvCxnSpPr>
            <a:cxnSpLocks/>
          </p:cNvCxnSpPr>
          <p:nvPr/>
        </p:nvCxnSpPr>
        <p:spPr>
          <a:xfrm>
            <a:off x="1385888" y="5815013"/>
            <a:ext cx="7615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179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2617</TotalTime>
  <Words>116</Words>
  <Application>Microsoft Office PowerPoint</Application>
  <PresentationFormat>Widescreen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Student-01</dc:creator>
  <cp:lastModifiedBy>Student-01</cp:lastModifiedBy>
  <cp:revision>41</cp:revision>
  <dcterms:created xsi:type="dcterms:W3CDTF">2026-09-29T04:13:31Z</dcterms:created>
  <dcterms:modified xsi:type="dcterms:W3CDTF">2026-10-22T09:17:00Z</dcterms:modified>
</cp:coreProperties>
</file>